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Systems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Retrieval-Augmented Generation combines information retrieval with language model generation.</a:t>
            </a:r>
          </a:p>
          <a:p>
            <a:pPr>
              <a:defRPr sz="1400"/>
            </a:pPr>
            <a:r>
              <a:t>Key components: Document store, Embedding model, Vector database, Language model, Context builder.</a:t>
            </a:r>
          </a:p>
          <a:p>
            <a:pPr>
              <a:defRPr sz="1400"/>
            </a:pPr>
            <a:r>
              <a:t>Benefits: Reduced hallucination, grounded answers, source citations, updatable knowledge.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Models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Snowflake Arctic Embed 2: 1024 dims, 568M params, fast throughput, Apache-2.0</a:t>
            </a:r>
          </a:p>
          <a:p>
            <a:pPr>
              <a:defRPr sz="1400"/>
            </a:pPr>
            <a:r>
              <a:t>Nomic Embed Text: 768 dims, 137M params, very small footprint, Apache-2.0</a:t>
            </a:r>
          </a:p>
          <a:p>
            <a:pPr>
              <a:defRPr sz="1400"/>
            </a:pPr>
            <a:r>
              <a:t>mxbai Embed Large: 1024 dims, 335M params, strong MTEB scores, Apache-2.0</a:t>
            </a:r>
          </a:p>
          <a:p>
            <a:pPr>
              <a:defRPr sz="1400"/>
            </a:pPr>
            <a:r>
              <a:t>All-MiniLM: 384 dims, 33M params, fastest but lower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Search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Documents are chunked into ~512 token passages with semantic boundaries.</a:t>
            </a:r>
          </a:p>
          <a:p>
            <a:pPr>
              <a:defRPr sz="1400"/>
            </a:pPr>
            <a:r>
              <a:t>Each chunk is embedded into a dense vector using the embedding model.</a:t>
            </a:r>
          </a:p>
          <a:p>
            <a:pPr>
              <a:defRPr sz="1400"/>
            </a:pPr>
            <a:r>
              <a:t>Vectors are stored in LanceDB, an embedded vector database.</a:t>
            </a:r>
          </a:p>
          <a:p>
            <a:pPr>
              <a:defRPr sz="1400"/>
            </a:pPr>
            <a:r>
              <a:t>Queries are embedded and compared using cosine similarity.</a:t>
            </a:r>
          </a:p>
          <a:p>
            <a:pPr>
              <a:defRPr sz="1400"/>
            </a:pPr>
            <a:r>
              <a:t>Top-k results are reranked using cross-encoder scoring.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Window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adaptive context builder manages the token budget for each query.</a:t>
            </a:r>
          </a:p>
          <a:p>
            <a:pPr>
              <a:defRPr sz="1400"/>
            </a:pPr>
            <a:r>
              <a:t>7B models typically use 4096-8192 token contexts for optimal speed.</a:t>
            </a:r>
          </a:p>
          <a:p>
            <a:pPr>
              <a:defRPr sz="1400"/>
            </a:pPr>
            <a:r>
              <a:t>Retrieval chunks are prioritized by relevance score.</a:t>
            </a:r>
          </a:p>
          <a:p>
            <a:pPr>
              <a:defRPr sz="1400"/>
            </a:pPr>
            <a:r>
              <a:t>Source metadata (filename, page) is included for citation tracking.</a:t>
            </a:r>
          </a:p>
          <a:p>
            <a:pPr>
              <a:defRPr sz="1400"/>
            </a:pPr>
            <a:r>
              <a:t>Map-reduce overview provides global context from all 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on Apple Silicon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Apple M4 16GB: Supports 7B main + 3.8B fast model concurrently.</a:t>
            </a:r>
          </a:p>
          <a:p>
            <a:pPr>
              <a:defRPr sz="1400"/>
            </a:pPr>
            <a:r>
              <a:t>Metal GPU acceleration provides ~2x speedup over CPU inference.</a:t>
            </a:r>
          </a:p>
          <a:p>
            <a:pPr>
              <a:defRPr sz="1400"/>
            </a:pPr>
            <a:r>
              <a:t>Memory-mapped model loading enables fast cold starts.</a:t>
            </a:r>
          </a:p>
          <a:p>
            <a:pPr>
              <a:defRPr sz="1400"/>
            </a:pPr>
            <a:r>
              <a:t>Typical throughput: 15-25 tok/s (7B), 30-40 tok/s (3B).</a:t>
            </a:r>
          </a:p>
          <a:p>
            <a:pPr>
              <a:defRPr sz="1400"/>
            </a:pPr>
            <a:r>
              <a:t>TTFT: 1-2s for 7B models, &lt;1s for 3B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